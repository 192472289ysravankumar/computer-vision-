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46CC3-9059-35C3-EFA8-DCFCC2A27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CB6C0-0A28-F00E-5A0A-253444334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2B6A5-FE8C-E087-6E38-D0DAF9F4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6DDE7-24C0-7991-C591-4C9558B6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2D44B-08F0-B1DA-2C20-E4C0E945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59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6D3F-A359-77F9-5EEC-F261A473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AA97-6754-86DB-F3C7-6823C60C1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2A0D8-CADE-D1D3-EF6D-BCD56A1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F183F-FEDD-1B9A-EF62-79719794C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01971-5F53-1851-7F3E-FA215AA8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60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F3A76-E531-BC0E-19F5-C8F4608AC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12D13-0951-B143-C697-DCADA14CD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A504D-9EE2-12D8-7E43-44E5D3E4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82D1A-7959-F94A-40B1-58DBA410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993BE-82F7-B3DC-EA00-9D8B3BFA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14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45A-6F54-8674-B9F1-B8B30FBA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013AA-249C-FD93-2609-037089430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3CE5F-401C-6099-B1B5-76731061D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DAD9E-49E3-2D18-510C-27689271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0DDEF-F82E-0E75-9E85-D12C09BF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7DF00-C441-6E4D-605F-65206BCD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70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0F339-2066-CCD0-C1B8-BADED500D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08073-B431-F2AD-1603-97452D149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D3DE2-2338-A5C9-6C1E-EE54235F3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F2804-9C32-D7B1-6320-2BA2968C8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44797-40BC-E156-D6D3-E00B406DE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2C91A-E35F-B634-41B9-575AEF40B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43D21-BB78-E6E4-1FC6-E5F8AD33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24E3CD-2994-D453-73B8-B2E7404A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702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D1CE-085A-6BB1-BF2F-2F017E43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250BE-4568-EAE0-7797-ADF34C65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04B7D-30F0-8979-6FEA-F5ED22B82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D12D33-B2AF-62CA-A325-F12A6724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85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E9109-0B96-0995-D81D-E1A3A54B4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54225-1A12-258E-1BBB-25B9BBCB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7C31A-E5E0-9B69-654C-3132C637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41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DCD6-6366-9A92-9AD8-0DD57889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1655F-C659-0CDF-B2FE-D87AD8C83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4B589-EAC3-9355-6FD5-E0C8ADEFE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F5EAA-B8C5-EB8E-E789-0477C54A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DFB96-2AFD-CC18-76EE-0CA655CB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6B5D2-EFB2-F6C6-A8B1-9D06453C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19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4B2DA-885E-5544-65ED-49345C43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31CB98-0820-CDDE-E109-1892F0E97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181E7-8E6C-B89C-2CCF-8A8BA39A2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1E7CE-64D0-9D34-EEE1-CEC3B445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F9187-25C0-AB44-A5B9-5D738EBE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D82A3-9BB3-EC13-75D0-ECF45942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677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2FB5-F785-6744-4245-10CBAB11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8E143-2B42-43AF-1E4E-4DF90B460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10B1F-2A99-82DE-AC65-8B0B020B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B65A6-BB36-4B1A-4EB3-B0A276ED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4B2DC-039D-D9A9-DC14-DF774D73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11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C5223-C7E5-06D7-2F77-2EDB6C6D2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DD49E-2A5E-29B9-3784-F116B6170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2D2FD-2A42-58B2-53D3-B761492FB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6C453-CCD9-F5E1-3A9A-128BE8A1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B84D7-391D-9FDB-A4D8-F5B9CB787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944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7F70C-14F3-10FE-A5CC-5F99CFB3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20BDF-A2F7-6B08-41EE-10D3C05E1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8000B-E451-210C-9B46-6ABBC1794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CF8B3-A2F8-4577-BA56-FE1744BCAB28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6AD4A-502F-C699-D6D3-0CC112C58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F153F-2344-E0B7-B321-A066EFC72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4B3FB-2B20-4271-AC45-B3F25B446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037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1A3CB-36F9-E96A-DB25-5C5DDB1A55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 Fundamentals and Computer Vision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D8E94DDA-FA78-067E-5799-4A309B668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3" y="562870"/>
            <a:ext cx="10048875" cy="1114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C52CB4-3095-D684-5F44-F4ECEDEAA62D}"/>
              </a:ext>
            </a:extLst>
          </p:cNvPr>
          <p:cNvSpPr txBox="1"/>
          <p:nvPr/>
        </p:nvSpPr>
        <p:spPr>
          <a:xfrm>
            <a:off x="1071562" y="4843588"/>
            <a:ext cx="2553380" cy="216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baseline="0" dirty="0">
                <a:solidFill>
                  <a:srgbClr val="000000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Guided By :</a:t>
            </a:r>
            <a:r>
              <a:rPr lang="en-US" b="1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C Jeni Gracia</a:t>
            </a:r>
            <a:endParaRPr lang="en-US" b="1" dirty="0"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E3B3C-9C30-0E9E-3B42-0FBE089B581A}"/>
              </a:ext>
            </a:extLst>
          </p:cNvPr>
          <p:cNvSpPr txBox="1"/>
          <p:nvPr/>
        </p:nvSpPr>
        <p:spPr>
          <a:xfrm>
            <a:off x="7789410" y="4826675"/>
            <a:ext cx="33310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Presented By :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 . Sravan Kumar (192472289)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462C7126-FDC4-680E-BFAE-20F35E0E1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39647"/>
            <a:ext cx="9144000" cy="165576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 Computer Vision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540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7A762-6CCC-EB75-642B-48A272B40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09" y="12331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3513D-FC63-30DC-F3ED-C1F98FA27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609" y="2347566"/>
            <a:ext cx="10515600" cy="4351338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Digital Image?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visual representation of a real-world scene stored as a collection of tiny picture elements called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Smallest element of an image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number of pixels (e.g., 1920 × 1080)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Gray-scale Image: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only intensity values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Image: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Red, Green, and Blue colour channels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visual information digitally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image processing and analysis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foundation of Computer Vision and Artificial Intelligence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F2F435D8-D8D3-5B4B-A0BE-A05690C1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413311"/>
            <a:ext cx="100488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6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B7E74-AEE0-6AE7-3D79-C38CADEF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7639"/>
            <a:ext cx="10515600" cy="58193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&amp; Image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B4318-4BA0-1268-2901-B07903CDF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2128605"/>
            <a:ext cx="6705600" cy="39297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is the process of capturing a real-world scene using an imaging device and converting it into a digital image.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falls on the object.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 reflects light.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camera lens focuses the light.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sensor captures the focused image.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is converted into digital form.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44A9740A-C86F-35CD-EAA9-A3D5BD470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3" y="562870"/>
            <a:ext cx="10048875" cy="1114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F27291-09BE-4C35-4A7B-3418225D2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43" y="2800130"/>
            <a:ext cx="4646749" cy="392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79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DC129-83E7-F901-3D41-975DF18F2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101326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and 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C523A-345B-8F48-E892-75964C751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837" y="2127692"/>
            <a:ext cx="6176963" cy="473030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converts a continuous image into a discrete grid of pixels.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resolution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the amount of image detail.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sampling → Better image quality.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sampling → Pixelated image.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1F34AEB0-B281-3123-B0D2-2DF2FFBAD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236299"/>
            <a:ext cx="10048875" cy="1114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748ACD-CD80-5AAB-EA31-D627B8A53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942" y="2338830"/>
            <a:ext cx="4852916" cy="37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6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DD9BD-7420-D234-BEB3-FF4BD3C01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5886"/>
            <a:ext cx="10515600" cy="494211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is the process of converting continuous pixel intensity values into a finite number of discrete digital levels. It assigns each pixel to the nearest available intensity level, making the image suitable for digital storage and processing.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Quantization Works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sensor captures continuous intensity values.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values are rounded to the nearest digital level.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is assigned a binary value based on the selected bit depth.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bit depth provides more intensity levels and smoother image quality.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1DFD5507-3254-3D5B-B42E-2DC1FAD9F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3" y="562870"/>
            <a:ext cx="100488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77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ADDD0-4A9F-568B-698D-97535A52B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29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Pipeline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16D731-1B87-7A12-5C05-49BBE308C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63" y="2587385"/>
            <a:ext cx="10112829" cy="3357563"/>
          </a:xfrm>
          <a:prstGeom prst="rect">
            <a:avLst/>
          </a:prstGeom>
        </p:spPr>
      </p:pic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8E87BE9B-3EE8-8C9D-C734-0BEC6E56F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3" y="562870"/>
            <a:ext cx="10048875" cy="1114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67F8E7-A2A1-D166-CE20-FFC907AF00A0}"/>
              </a:ext>
            </a:extLst>
          </p:cNvPr>
          <p:cNvSpPr txBox="1"/>
          <p:nvPr/>
        </p:nvSpPr>
        <p:spPr>
          <a:xfrm>
            <a:off x="1174298" y="5999664"/>
            <a:ext cx="9857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explains the complete workflow. Every stage depends on the previous one. If image acquisition or sampling is poor, the computer vision system cannot make accurate decisions.</a:t>
            </a:r>
          </a:p>
        </p:txBody>
      </p:sp>
    </p:spTree>
    <p:extLst>
      <p:ext uri="{BB962C8B-B14F-4D97-AF65-F5344CB8AC3E}">
        <p14:creationId xmlns:p14="http://schemas.microsoft.com/office/powerpoint/2010/main" val="1897706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0E40-A43E-8623-6E03-55CF9F307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202050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Applications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Engineering Applications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471D33-2CDF-71C6-9AEC-D088CCDCF7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464874"/>
              </p:ext>
            </p:extLst>
          </p:nvPr>
        </p:nvGraphicFramePr>
        <p:xfrm>
          <a:off x="1164771" y="3521450"/>
          <a:ext cx="10515600" cy="27736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812765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4486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813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Tumor Detection, MRI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978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Vehicles, Traffic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358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Manufacturing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Inspection, Defect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111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Disease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502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Recognition, CCTV Surveillance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204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Navigation and Object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180338"/>
                  </a:ext>
                </a:extLst>
              </a:tr>
            </a:tbl>
          </a:graphicData>
        </a:graphic>
      </p:graphicFrame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0B6455DB-F4C9-8716-D826-0AD646416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3" y="562870"/>
            <a:ext cx="100488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25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76DAA-E2BC-C82F-B4A1-14871FB1F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" y="2172469"/>
            <a:ext cx="5540829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image quality for better analysis.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inspection and human errors.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volumes of image data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efficiently.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reliable and consistent results.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decision-making using visual data.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effectively in automation and robotics.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EB65F1DA-33AD-AE93-5226-006765B49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3" y="562870"/>
            <a:ext cx="10048875" cy="1114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6539D9-DE43-CD04-8ED9-9133F252047F}"/>
              </a:ext>
            </a:extLst>
          </p:cNvPr>
          <p:cNvSpPr txBox="1"/>
          <p:nvPr/>
        </p:nvSpPr>
        <p:spPr>
          <a:xfrm>
            <a:off x="6553200" y="2015833"/>
            <a:ext cx="5431971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poor lighting conditions.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noise affects processing accuracy.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blur reduces image clarity.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Low-resolution images lose important details.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high computational power.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 can affect image quality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occlusion makes recognition difficult.</a:t>
            </a:r>
          </a:p>
        </p:txBody>
      </p:sp>
    </p:spTree>
    <p:extLst>
      <p:ext uri="{BB962C8B-B14F-4D97-AF65-F5344CB8AC3E}">
        <p14:creationId xmlns:p14="http://schemas.microsoft.com/office/powerpoint/2010/main" val="375695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6741-9BCB-AF85-930E-B6AA8AF5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" y="182040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8C9A4-42F3-CBDB-D040-D1CF2E612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7629"/>
            <a:ext cx="10515600" cy="386442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 fundamentals provide the foundation for representing images as pixels.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captures real-world scenes using cameras and sensors. Image formation creates a focused image through optical lenses.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converts the image into pixels, while quantization converts intensity values into digital levels.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digital images using AI algorithms to recognize objects, classify scenes, and make intelligent decisions.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6B490FD8-C7AB-E969-8CAD-45732CD4E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3" y="562870"/>
            <a:ext cx="100488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9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870E5-AEE6-DB30-3964-9C23BF5D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5543" y="3341345"/>
            <a:ext cx="5932714" cy="221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E49B21FA-A048-9B4B-844F-6D7F6758A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3" y="562870"/>
            <a:ext cx="100488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95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557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Digital Image Fundamentals and Computer Vision  </vt:lpstr>
      <vt:lpstr>Introduction</vt:lpstr>
      <vt:lpstr>Image Acquisition &amp; Image Formation</vt:lpstr>
      <vt:lpstr>Sampling and Quantization</vt:lpstr>
      <vt:lpstr>PowerPoint Presentation</vt:lpstr>
      <vt:lpstr>Image Processing Pipeline</vt:lpstr>
      <vt:lpstr>Computer Vision Applications  Real-World Engineering Applications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Image Fundamentals and Computer Vision  </dc:title>
  <dc:creator>Lucky Kumar</dc:creator>
  <cp:lastModifiedBy>Sravan Kumar</cp:lastModifiedBy>
  <cp:revision>3</cp:revision>
  <dcterms:created xsi:type="dcterms:W3CDTF">2026-07-14T03:31:55Z</dcterms:created>
  <dcterms:modified xsi:type="dcterms:W3CDTF">2026-07-14T05:10:41Z</dcterms:modified>
</cp:coreProperties>
</file>