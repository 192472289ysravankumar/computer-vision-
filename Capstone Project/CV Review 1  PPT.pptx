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75" r:id="rId5"/>
    <p:sldId id="259" r:id="rId6"/>
    <p:sldId id="260" r:id="rId7"/>
    <p:sldId id="274" r:id="rId8"/>
    <p:sldId id="276" r:id="rId9"/>
    <p:sldId id="271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0F92-2E95-55F1-AF45-3C71F2DD6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76FDB-C776-2299-F09D-B475DEC9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4B28E-5E4A-2C63-7655-53376664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849F-A073-2837-4642-1FB42C85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28B72-0AE4-EE86-345C-28068E6B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9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FFE7-F283-3FEA-4A48-ADC40F65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D166-BB5A-0EEF-E66A-7D760C30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828BF-5D15-5FB8-D8C7-FB0878BC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1F6C-EEF7-7EEA-78BA-5D57A4C6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50C89-BDEA-254B-BB11-910585EF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7C66-C1AE-34E0-588B-FC9BBBF8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CFCBD-E26D-02AE-1215-0177CD3FB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73CE-750C-7AAA-2645-72DD40AF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AA57D-7AF6-647A-C22E-8ACD14F6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BB1C-C92F-663D-AB79-E1DDF983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3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C2FC-3B49-48B1-957D-E70FB2D1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0DC8-0381-DBD5-4AEA-C0D7DC538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24015-A8A0-D8CF-277B-31E515D51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216D9-B985-D642-4290-681CD73D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83E94-083B-7D50-61DD-4E02B60A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42185-BED2-E1A2-E04E-A3522939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0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57FC-639F-1DC6-ED96-B1A55EFC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25845-6FB4-DBFD-5E59-CA27CE5C3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C35AE-8127-D5DB-4164-669761A94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57926-ADF8-1705-1359-0773DAC01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469A2-33B4-17AD-0769-5E6A9A896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9871A-EF99-400A-E0AC-FA4CB0BD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711D0-5E37-6F6A-BC08-189992EC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E3903-8B52-B9F2-871C-182CDC78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51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968B-0F22-6637-6004-585133E9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70831-52B0-C380-ACFD-BD9E3FFA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5824A-608E-89B7-055E-D509415B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D88C7-F89A-2AF6-9D95-D1386FAE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92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5671C-0362-1CCE-E12F-82E1538A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EB005-A6B2-9AED-4F96-FF2CD248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B5FE9-692D-941D-28AC-307DD73F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6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3E90-C5FF-19B6-55F5-E86A578E4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4E249-03FC-FD82-FAAB-136AD4F65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098F8-75A0-426F-0200-4A571DB4D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81BA1-481D-D7AB-D66C-D7407580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38A58-1B0E-AA39-8640-71DD28C5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A6018-0455-2476-5BB9-300F9D2D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86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D7EF-DA78-9FFF-3F43-3AD6353D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13AAE-BD54-7B12-48F0-AAB933B0B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CA9C8-A641-C865-7202-1FE8D2BC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94F78-2A0C-8CFE-4259-9EABF8E1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CBEAE-3927-CDCA-9AF9-C9B6CEEC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65146-E0EC-A7F0-BA70-ED0DFAE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0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2FBD-61B8-2702-E359-F57FB980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9B9A-4A82-8614-AD5E-A21A7F61B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4449C-9626-8693-6768-E6C79F65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1869-AF77-AF0C-6DE8-B9F99E53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CEDD-1D83-FACF-7483-3DFA888C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03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31B64-563D-40A1-428A-A0104A240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020E0-69A0-E769-B8E9-B02A72820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7E6C-9DCE-C3B7-5E86-37FC31E4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E000-160C-55AF-14F9-E7575ABC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507E0-1F22-789D-37FF-56BC2B37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0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02FE0-5336-D587-2E05-26FBB68D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D562E-420B-2FEA-9149-9E04E7E97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95E6D-C7D3-C278-720A-56AA4A63C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834C6-D011-6E97-C36B-FC2D8B76E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05AD2-0506-B1C4-2C75-40252CA4D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8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ECDFE06F-DB9D-F6B9-2D14-5D40A732C3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334433"/>
            <a:ext cx="1133475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54157-4A84-91CA-2298-5C144DF8CF4B}"/>
              </a:ext>
            </a:extLst>
          </p:cNvPr>
          <p:cNvSpPr txBox="1"/>
          <p:nvPr/>
        </p:nvSpPr>
        <p:spPr>
          <a:xfrm>
            <a:off x="428625" y="4715380"/>
            <a:ext cx="6096000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Dr.R.C.Jeni Gracia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962CB-1B19-EE9C-C737-9E0B347D3622}"/>
              </a:ext>
            </a:extLst>
          </p:cNvPr>
          <p:cNvSpPr txBox="1"/>
          <p:nvPr/>
        </p:nvSpPr>
        <p:spPr>
          <a:xfrm>
            <a:off x="7899400" y="4715380"/>
            <a:ext cx="4074886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G.D.S.P.Santosh Raja (192425064)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T.V.Sai Jagadeesh(192472146)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C.Chandu (192472332)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Y.Sravan Kumar (192472289)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B.Rakesh (192425241)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Y.Tejanvesh Reddy(192425156)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95A39-CAD4-79D2-A5D1-2D549EDCA3ED}"/>
              </a:ext>
            </a:extLst>
          </p:cNvPr>
          <p:cNvSpPr txBox="1"/>
          <p:nvPr/>
        </p:nvSpPr>
        <p:spPr>
          <a:xfrm>
            <a:off x="636814" y="2038551"/>
            <a:ext cx="1078086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A7A8F-4517-179B-2C54-9BD20A521B05}"/>
              </a:ext>
            </a:extLst>
          </p:cNvPr>
          <p:cNvSpPr txBox="1"/>
          <p:nvPr/>
        </p:nvSpPr>
        <p:spPr>
          <a:xfrm>
            <a:off x="537442" y="3260876"/>
            <a:ext cx="109796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Traffic Sign Detection and Recognition using YOLOv8 and CNN with Driver Alert System</a:t>
            </a:r>
            <a:endParaRPr lang="en-US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9DB9B4-B78B-E441-B31F-02362E88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A217B2-1D7F-69D7-5338-50F68187D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D9DBA-E9A7-3415-0F64-1839FE433F1C}"/>
              </a:ext>
            </a:extLst>
          </p:cNvPr>
          <p:cNvSpPr txBox="1"/>
          <p:nvPr/>
        </p:nvSpPr>
        <p:spPr>
          <a:xfrm>
            <a:off x="2355321" y="626654"/>
            <a:ext cx="697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AGENDA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D5233-17D0-CF1B-01E8-FD4B45F13B43}"/>
              </a:ext>
            </a:extLst>
          </p:cNvPr>
          <p:cNvSpPr txBox="1"/>
          <p:nvPr/>
        </p:nvSpPr>
        <p:spPr>
          <a:xfrm>
            <a:off x="4033158" y="1911206"/>
            <a:ext cx="9927770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traffic sign recognition system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existing methods 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Module-wise explanation</a:t>
            </a:r>
          </a:p>
        </p:txBody>
      </p:sp>
    </p:spTree>
    <p:extLst>
      <p:ext uri="{BB962C8B-B14F-4D97-AF65-F5344CB8AC3E}">
        <p14:creationId xmlns:p14="http://schemas.microsoft.com/office/powerpoint/2010/main" val="390712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B1E0-51E8-2969-8389-FC285219C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373B50-DCB2-C86A-7E1C-7974D34E0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C63226-F49F-D5AE-8762-706355BC7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7AEF1F-68D1-3951-7FB3-ADD8B2D2CF49}"/>
              </a:ext>
            </a:extLst>
          </p:cNvPr>
          <p:cNvSpPr txBox="1"/>
          <p:nvPr/>
        </p:nvSpPr>
        <p:spPr>
          <a:xfrm>
            <a:off x="2355321" y="626654"/>
            <a:ext cx="697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INTRODUCTION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1F13C-B9C3-3D0A-9BA0-B8624737A68A}"/>
              </a:ext>
            </a:extLst>
          </p:cNvPr>
          <p:cNvSpPr txBox="1"/>
          <p:nvPr/>
        </p:nvSpPr>
        <p:spPr>
          <a:xfrm>
            <a:off x="1665515" y="2022525"/>
            <a:ext cx="9927770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signs are essential for maintaining road safety and guiding drivers.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situations, drivers may miss signs due to fatigue, distractions, or poor visibility.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important signs like speed limits or stop signs can lead to accidents.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 problem, intelligent systems are developed using Artificial Intelligence.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uses YOLOv8 for detection and CNN for classification.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automatically detect traffic signs from live video and recognize their meaning.</a:t>
            </a:r>
          </a:p>
        </p:txBody>
      </p:sp>
    </p:spTree>
    <p:extLst>
      <p:ext uri="{BB962C8B-B14F-4D97-AF65-F5344CB8AC3E}">
        <p14:creationId xmlns:p14="http://schemas.microsoft.com/office/powerpoint/2010/main" val="36008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5B43-D961-44B4-57B7-0F835B36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              </a:t>
            </a:r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LITERATURE REVIEW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F52DA-BB0E-79AD-F429-87D192AD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C89E57-0E32-5093-CAED-EDB4BD2B0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B38026D0-8BFB-EF15-2FE0-A306BB045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718097"/>
              </p:ext>
            </p:extLst>
          </p:nvPr>
        </p:nvGraphicFramePr>
        <p:xfrm>
          <a:off x="1671142" y="1645186"/>
          <a:ext cx="9307287" cy="492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4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0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Authors &amp; Year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Research Gaps Identified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7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Detection using Traditional Computer Vision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 et al.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Processing, SVM, HOG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accuracy in complex environments and poor performance in real-time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9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Traffic Sign Detection using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 Lee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OpenCV,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speed optimization for real-time applications</a:t>
                      </a:r>
                      <a:endParaRPr lang="en-US" sz="16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4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Recognition using YOLO-based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Wang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YOLOv5, Object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Difficulty in detecting small and multiple signs simultaneously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1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Detection with Object Tracking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Kumar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YOLO, Deep SORT, Kalman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efficient temporal analysis and tracking consistency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87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Traffic Sign Recognition using YOLOv8 and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 John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YOLOv8,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lacks fully optimized real-time deployment and robustness in all weather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79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D098-9606-9DF3-9FB4-48ED0D5B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PROBLEM STATEMENT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91EDFD-B797-6AFA-A922-E16FCCC86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9888B-C21F-D6B4-E5E6-AAFF044F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5288BF2-D253-8750-9D6F-0523316B8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871" y="2551836"/>
            <a:ext cx="3331029" cy="285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F93DAF-4883-4538-741D-8EE0A10595DA}"/>
              </a:ext>
            </a:extLst>
          </p:cNvPr>
          <p:cNvSpPr txBox="1"/>
          <p:nvPr/>
        </p:nvSpPr>
        <p:spPr>
          <a:xfrm>
            <a:off x="587828" y="2857275"/>
            <a:ext cx="78703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may miss traffic signs due to bad weather, low visibility, or lack of attention.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often slow and not suitable for real-time detection.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struggle to detect multiple traffic signs at the same time.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do not track signs continuously across video frames. There is a need for a system that can detect, track, recognize signs, and alert the driver instantly.</a:t>
            </a:r>
          </a:p>
        </p:txBody>
      </p:sp>
    </p:spTree>
    <p:extLst>
      <p:ext uri="{BB962C8B-B14F-4D97-AF65-F5344CB8AC3E}">
        <p14:creationId xmlns:p14="http://schemas.microsoft.com/office/powerpoint/2010/main" val="62872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781D-F173-3EE5-C19A-043B42AF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BF0EE-8BDE-A865-7C1A-093477CB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A6386E-92B7-BE81-CE6A-7594E50AE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7C688D-B8E6-011F-68D8-B36AD799A9C5}"/>
              </a:ext>
            </a:extLst>
          </p:cNvPr>
          <p:cNvSpPr txBox="1"/>
          <p:nvPr/>
        </p:nvSpPr>
        <p:spPr>
          <a:xfrm>
            <a:off x="2430720" y="1992848"/>
            <a:ext cx="7785709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traffic sign detection system 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YOLOv8 for fast and accurate object detection and  classify traffic signs using CNN or transfer learning.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multiple objects across frames and extract relevant regions for better processing.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alerts to drivers To improve overall road safety.</a:t>
            </a:r>
          </a:p>
        </p:txBody>
      </p:sp>
    </p:spTree>
    <p:extLst>
      <p:ext uri="{BB962C8B-B14F-4D97-AF65-F5344CB8AC3E}">
        <p14:creationId xmlns:p14="http://schemas.microsoft.com/office/powerpoint/2010/main" val="89892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9D21-E0C0-A725-9361-B2BDD816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02F8-E934-8ADE-E39B-6C0A6F9E9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72827-3114-84BD-8B3E-2FA3CBEC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8D2C98-0467-1885-953A-69108411A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412F30-41EB-5DC0-7F77-A5C6A23A8F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531"/>
          <a:stretch>
            <a:fillRect/>
          </a:stretch>
        </p:blipFill>
        <p:spPr>
          <a:xfrm>
            <a:off x="1803327" y="1792897"/>
            <a:ext cx="9372600" cy="396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56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6472" y="208947"/>
            <a:ext cx="10515600" cy="1325563"/>
          </a:xfrm>
        </p:spPr>
        <p:txBody>
          <a:bodyPr/>
          <a:lstStyle/>
          <a:p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MODULES</a:t>
            </a:r>
            <a:endParaRPr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10" y="1408575"/>
            <a:ext cx="12034344" cy="5257799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Video Acquisition &amp; Adaptive Preprocessing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Captures real-time video using a camera. 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Converts video into frames for processing.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Detection using YOLOv8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detects traffic signs in each frame. 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objects and draws bounding boxes.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5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 Tracking &amp; Analysis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detected traffic signs across frames. 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a unique ID to each object. 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repeated detection of the same sign.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2E13E-012A-C1F0-B97D-2F95AD9E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9" y="3209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 MODULEs</a:t>
            </a:r>
            <a:endParaRPr lang="en-IN" sz="3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0F3BD-7765-A8FA-B4CE-05B3C43FF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D00BCE-FA04-2EB6-7FB1-68572356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1B0FEF-73F3-BDB0-912F-359FBB540A1E}"/>
              </a:ext>
            </a:extLst>
          </p:cNvPr>
          <p:cNvSpPr txBox="1"/>
          <p:nvPr/>
        </p:nvSpPr>
        <p:spPr>
          <a:xfrm>
            <a:off x="2405743" y="1308108"/>
            <a:ext cx="8561428" cy="647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Extraction &amp; Feature Optimization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only the detected region  from the image. 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unnecessary background information.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Classification using CNN / Transfer Learning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classifies the detected traffic sign.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type of sign such as: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limit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 signs etc..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Alert &amp; Decision Support System 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alerts to the driver after detecting traffic signs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detected signs into simple voice and visual messages 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drivers take quick and correct decisions while driving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82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2207D-730E-6CD0-1499-260F1F08B666}"/>
              </a:ext>
            </a:extLst>
          </p:cNvPr>
          <p:cNvSpPr txBox="1"/>
          <p:nvPr/>
        </p:nvSpPr>
        <p:spPr>
          <a:xfrm>
            <a:off x="1955800" y="2539999"/>
            <a:ext cx="91778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0000"/>
                </a:solidFill>
                <a:latin typeface="Bradley Hand ITC" panose="03070402050302030203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1549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657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Bradley Hand ITC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LL              LITERATURE REVIEW</vt:lpstr>
      <vt:lpstr>PROBLEM STATEMENT </vt:lpstr>
      <vt:lpstr>OBJECTIVES</vt:lpstr>
      <vt:lpstr>Architecture</vt:lpstr>
      <vt:lpstr>        MODULES</vt:lpstr>
      <vt:lpstr>                      MODULEs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sampreeth</dc:creator>
  <cp:lastModifiedBy>venkatsai3344@outlook.com</cp:lastModifiedBy>
  <cp:revision>25</cp:revision>
  <dcterms:created xsi:type="dcterms:W3CDTF">2025-12-26T06:25:37Z</dcterms:created>
  <dcterms:modified xsi:type="dcterms:W3CDTF">2026-07-23T04:26:47Z</dcterms:modified>
</cp:coreProperties>
</file>